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82" y="3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5F4DC-5D2C-40A3-8CC0-5FCD0C333522}" type="datetimeFigureOut">
              <a:rPr lang="zh-CN" altLang="en-US" smtClean="0"/>
              <a:t>2021/9/30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F237-B453-4FB6-B488-E13B26366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578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5F4DC-5D2C-40A3-8CC0-5FCD0C333522}" type="datetimeFigureOut">
              <a:rPr lang="zh-CN" altLang="en-US" smtClean="0"/>
              <a:t>2021/9/30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F237-B453-4FB6-B488-E13B26366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996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5F4DC-5D2C-40A3-8CC0-5FCD0C333522}" type="datetimeFigureOut">
              <a:rPr lang="zh-CN" altLang="en-US" smtClean="0"/>
              <a:t>2021/9/30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F237-B453-4FB6-B488-E13B26366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754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5F4DC-5D2C-40A3-8CC0-5FCD0C333522}" type="datetimeFigureOut">
              <a:rPr lang="zh-CN" altLang="en-US" smtClean="0"/>
              <a:t>2021/9/30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F237-B453-4FB6-B488-E13B26366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348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5F4DC-5D2C-40A3-8CC0-5FCD0C333522}" type="datetimeFigureOut">
              <a:rPr lang="zh-CN" altLang="en-US" smtClean="0"/>
              <a:t>2021/9/30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F237-B453-4FB6-B488-E13B26366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847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5F4DC-5D2C-40A3-8CC0-5FCD0C333522}" type="datetimeFigureOut">
              <a:rPr lang="zh-CN" altLang="en-US" smtClean="0"/>
              <a:t>2021/9/30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F237-B453-4FB6-B488-E13B26366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585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5F4DC-5D2C-40A3-8CC0-5FCD0C333522}" type="datetimeFigureOut">
              <a:rPr lang="zh-CN" altLang="en-US" smtClean="0"/>
              <a:t>2021/9/30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F237-B453-4FB6-B488-E13B26366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721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5F4DC-5D2C-40A3-8CC0-5FCD0C333522}" type="datetimeFigureOut">
              <a:rPr lang="zh-CN" altLang="en-US" smtClean="0"/>
              <a:t>2021/9/30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F237-B453-4FB6-B488-E13B26366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350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5F4DC-5D2C-40A3-8CC0-5FCD0C333522}" type="datetimeFigureOut">
              <a:rPr lang="zh-CN" altLang="en-US" smtClean="0"/>
              <a:t>2021/9/30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F237-B453-4FB6-B488-E13B26366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881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5F4DC-5D2C-40A3-8CC0-5FCD0C333522}" type="datetimeFigureOut">
              <a:rPr lang="zh-CN" altLang="en-US" smtClean="0"/>
              <a:t>2021/9/30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F237-B453-4FB6-B488-E13B26366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193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5F4DC-5D2C-40A3-8CC0-5FCD0C333522}" type="datetimeFigureOut">
              <a:rPr lang="zh-CN" altLang="en-US" smtClean="0"/>
              <a:t>2021/9/30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F237-B453-4FB6-B488-E13B26366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126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5F4DC-5D2C-40A3-8CC0-5FCD0C333522}" type="datetimeFigureOut">
              <a:rPr lang="zh-CN" altLang="en-US" smtClean="0"/>
              <a:t>2021/9/30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8F237-B453-4FB6-B488-E13B26366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275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294889" y="1515816"/>
            <a:ext cx="914400" cy="914400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36000" rtlCol="0" anchor="ctr"/>
          <a:lstStyle/>
          <a:p>
            <a:pPr algn="ctr"/>
            <a:r>
              <a:rPr lang="en-US" altLang="zh-CN" sz="5400" dirty="0" smtClean="0"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36000">
                      <a:schemeClr val="accent6">
                        <a:lumMod val="40000"/>
                        <a:lumOff val="60000"/>
                      </a:schemeClr>
                    </a:gs>
                    <a:gs pos="7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  <a:latin typeface="Berlin Sans FB" panose="020E0602020502020306" pitchFamily="34" charset="0"/>
              </a:rPr>
              <a:t>JC</a:t>
            </a:r>
            <a:endParaRPr lang="zh-CN" altLang="en-US" sz="5400" dirty="0">
              <a:gradFill>
                <a:gsLst>
                  <a:gs pos="0">
                    <a:schemeClr val="accent4">
                      <a:lumMod val="20000"/>
                      <a:lumOff val="80000"/>
                    </a:schemeClr>
                  </a:gs>
                  <a:gs pos="36000">
                    <a:schemeClr val="accent6">
                      <a:lumMod val="40000"/>
                      <a:lumOff val="60000"/>
                    </a:schemeClr>
                  </a:gs>
                  <a:gs pos="7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</a:gra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676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宋体</vt:lpstr>
      <vt:lpstr>Arial</vt:lpstr>
      <vt:lpstr>Berlin Sans FB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jacen</dc:creator>
  <cp:lastModifiedBy>jacen</cp:lastModifiedBy>
  <cp:revision>3</cp:revision>
  <dcterms:created xsi:type="dcterms:W3CDTF">2021-09-30T08:34:30Z</dcterms:created>
  <dcterms:modified xsi:type="dcterms:W3CDTF">2021-09-30T09:04:38Z</dcterms:modified>
</cp:coreProperties>
</file>